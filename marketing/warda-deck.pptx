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Warda is an authority layer for autonomous agents. It is running on Kaspa testnet today, MIT licensed, with a public grant whose private key is published and has never been drained beyond its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state of the art today, not a strawman. Agents are given hot wallets and the balance is the 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quote is real and from shipping documentation. We do not name the library on the slide; the point is the pattern, not the vendor.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Toccata activated on Kaspa mainnet on 30 June 2026. Warda is built on it and needs no Silverscript compiler or Rust toolchain to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Delegation lets a grant hand bounded authority to a sub-agent, always within its own limits. Depth is committed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is deliberately public and independently generated. It is testnet coin. The demonstration is that publishing it costs nothing, because the limits are not in the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refusal ever stopped happening, the page fails to build rather than keep the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Saying this out loud is what makes the rest credible to people who have been burned by protocols that overclaim.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to show how the work is done, not to list features. Partners and investors both read it as evidence of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for the x402 figure: CoinDesk, March 2026, citing Artemis.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verifiability. It is the only claim that survives contact with a sceptical reader.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965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600" kern="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WARDA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154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AI agents money without giving them unlimited authority.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0233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limits enforced by Kaspa consensus, not by the process holding the key.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D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on Kaspa testnet-10  ·  MIT  ·  wardaprotocol.com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8932"/>
            <a:ext cx="91440" cy="91440"/>
          </a:xfrm>
          <a:prstGeom prst="rect">
            <a:avLst/>
          </a:prstGeom>
          <a:solidFill>
            <a:srgbClr val="14D7C1"/>
          </a:solidFill>
          <a:ln w="12700">
            <a:solidFill>
              <a:srgbClr val="14D7C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48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686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that can buy things needs money.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give it a wallet. Now a process that can be prompt-injected, that you patched last Tuesday, that runs three copies of itself in staging, holds a private key with no spending limit on it at all.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86600" y="1828800"/>
            <a:ext cx="4389120" cy="2286000"/>
          </a:xfrm>
          <a:prstGeom prst="roundRect">
            <a:avLst>
              <a:gd name="adj" fmla="val 1600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60920" y="21031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D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WHOLE SECURITY MODEL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25146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wallet balance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663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guardrail lives inside the thing being guarded.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8932"/>
            <a:ext cx="91440" cy="91440"/>
          </a:xfrm>
          <a:prstGeom prst="rect">
            <a:avLst/>
          </a:prstGeom>
          <a:solidFill>
            <a:srgbClr val="14D7C1"/>
          </a:solidFill>
          <a:ln w="12700">
            <a:solidFill>
              <a:srgbClr val="14D7C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48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 OBVIOUS FIX FAILS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686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“Just add a spending cap.”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0789920" cy="1371600"/>
          </a:xfrm>
          <a:prstGeom prst="roundRect">
            <a:avLst>
              <a:gd name="adj" fmla="val 2667"/>
            </a:avLst>
          </a:prstGeom>
          <a:solidFill>
            <a:srgbClr val="0A1014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“refuses further calls until restarted”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974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production agent-payments library, describing its own spending cap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749040"/>
            <a:ext cx="2514600" cy="960120"/>
          </a:xfrm>
          <a:prstGeom prst="roundRect">
            <a:avLst>
              <a:gd name="adj" fmla="val 3810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05256" y="4041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041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crash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10712" y="3749040"/>
            <a:ext cx="2514600" cy="960120"/>
          </a:xfrm>
          <a:prstGeom prst="roundRect">
            <a:avLst>
              <a:gd name="adj" fmla="val 3810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0168" y="4041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13632" y="4041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redeploy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35624" y="3749040"/>
            <a:ext cx="2514600" cy="960120"/>
          </a:xfrm>
          <a:prstGeom prst="roundRect">
            <a:avLst>
              <a:gd name="adj" fmla="val 3810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4041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38544" y="4041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instance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60536" y="3749040"/>
            <a:ext cx="2514600" cy="960120"/>
          </a:xfrm>
          <a:prstGeom prst="roundRect">
            <a:avLst>
              <a:gd name="adj" fmla="val 3810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9992" y="4041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63456" y="40416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key out of env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120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limit enforced by the thing being limited is not a limit. It is a preference.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8932"/>
            <a:ext cx="91440" cy="91440"/>
          </a:xfrm>
          <a:prstGeom prst="rect">
            <a:avLst/>
          </a:prstGeom>
          <a:solidFill>
            <a:srgbClr val="14D7C1"/>
          </a:solidFill>
          <a:ln w="12700">
            <a:solidFill>
              <a:srgbClr val="14D7C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48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686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limit in the coin, not in the code.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Kaspa's Toccata covenants let an output carry its own spending rules. The money itself knows what it may be spent 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2926080"/>
            <a:ext cx="2468880" cy="1600200"/>
          </a:xfrm>
          <a:prstGeom prst="roundRect">
            <a:avLst>
              <a:gd name="adj" fmla="val 2286"/>
            </a:avLst>
          </a:prstGeom>
          <a:solidFill>
            <a:srgbClr val="0A1014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D9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a key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decides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27832" y="3520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4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38728" y="2926080"/>
            <a:ext cx="2468880" cy="1600200"/>
          </a:xfrm>
          <a:prstGeom prst="roundRect">
            <a:avLst>
              <a:gd name="adj" fmla="val 2286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3520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the money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rules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3520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4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91656" y="2926080"/>
            <a:ext cx="2468880" cy="1600200"/>
          </a:xfrm>
          <a:prstGeom prst="roundRect">
            <a:avLst>
              <a:gd name="adj" fmla="val 2286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0256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COVENANT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20256" y="3520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them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consensus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33688" y="3520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4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244584" y="2926080"/>
            <a:ext cx="2468880" cy="1600200"/>
          </a:xfrm>
          <a:prstGeom prst="roundRect">
            <a:avLst>
              <a:gd name="adj" fmla="val 2286"/>
            </a:avLst>
          </a:prstGeom>
          <a:solidFill>
            <a:srgbClr val="0A1014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73184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D9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PAYEE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73184" y="3520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addresses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029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stolen key inherits the limits. That is the difference between a policy and a constraint.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8932"/>
            <a:ext cx="91440" cy="91440"/>
          </a:xfrm>
          <a:prstGeom prst="rect">
            <a:avLst/>
          </a:prstGeom>
          <a:solidFill>
            <a:srgbClr val="14D7C1"/>
          </a:solidFill>
          <a:ln w="12700">
            <a:solidFill>
              <a:srgbClr val="14D7C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48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 GRANT COMMITS TO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686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things, fixed at creation.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10789920" cy="621792"/>
          </a:xfrm>
          <a:prstGeom prst="roundRect">
            <a:avLst>
              <a:gd name="adj" fmla="val 5882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121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1214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it can ever spend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715768"/>
            <a:ext cx="10789920" cy="621792"/>
          </a:xfrm>
          <a:prstGeom prst="roundRect">
            <a:avLst>
              <a:gd name="adj" fmla="val 5882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28712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852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per payment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87121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one decision can 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465576"/>
            <a:ext cx="10789920" cy="621792"/>
          </a:xfrm>
          <a:prstGeom prst="roundRect">
            <a:avLst>
              <a:gd name="adj" fmla="val 5882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" y="36210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6027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per epoch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62102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rate limit the chain keeps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215384"/>
            <a:ext cx="10789920" cy="621792"/>
          </a:xfrm>
          <a:prstGeom prst="roundRect">
            <a:avLst>
              <a:gd name="adj" fmla="val 5882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4370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3525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payees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437083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Merkle root, committed at genesis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965192"/>
            <a:ext cx="10789920" cy="621792"/>
          </a:xfrm>
          <a:prstGeom prst="roundRect">
            <a:avLst>
              <a:gd name="adj" fmla="val 5882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" y="5120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102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 and revocation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51206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principal can stop it at any time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806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payee list is the one people underestimate. It is not checked against — it is committed to. There is no transaction that pays anyone else. Not one the network rejects: none that exists.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8932"/>
            <a:ext cx="91440" cy="91440"/>
          </a:xfrm>
          <a:prstGeom prst="rect">
            <a:avLst/>
          </a:prstGeom>
          <a:solidFill>
            <a:srgbClr val="14D7C1"/>
          </a:solidFill>
          <a:ln w="12700">
            <a:solidFill>
              <a:srgbClr val="14D7C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48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686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published the private key.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funded grant on Kaspa testnet with its agent's complete private key printed on a public web page. Not a hash of it — the key. Anyone can sign with it. It has been up for weeks.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86600" y="1874520"/>
            <a:ext cx="4389120" cy="2651760"/>
          </a:xfrm>
          <a:prstGeom prst="roundRect">
            <a:avLst>
              <a:gd name="adj" fmla="val 1379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60920" y="2148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D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ANYONE HAS MANAGED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2468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3520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 taken outside the grant's authority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892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tried to drain it at exactly the per-payment cap — the correct attack. The covenant let through exactly the cap and not a sompi more.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wardaprotocol.com/attack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8932"/>
            <a:ext cx="91440" cy="91440"/>
          </a:xfrm>
          <a:prstGeom prst="rect">
            <a:avLst/>
          </a:prstGeom>
          <a:solidFill>
            <a:srgbClr val="14D7C1"/>
          </a:solidFill>
          <a:ln w="12700">
            <a:solidFill>
              <a:srgbClr val="14D7C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48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686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#001 is running right now.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reads the Kaspa network every hour and publishes a daily digest, unattended. Every figure is the difference between two counters the network keeps for its own reasons — nothing sampled, nothing extrapolated.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971800"/>
            <a:ext cx="3337560" cy="1965960"/>
          </a:xfrm>
          <a:prstGeom prst="roundRect">
            <a:avLst>
              <a:gd name="adj" fmla="val 1860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154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977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refusals it can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prove, not claim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971800"/>
            <a:ext cx="3337560" cy="1965960"/>
          </a:xfrm>
          <a:prstGeom prst="roundRect">
            <a:avLst>
              <a:gd name="adj" fmla="val 1860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3154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977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those run the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payer's own check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2971800"/>
            <a:ext cx="3337560" cy="1965960"/>
          </a:xfrm>
          <a:prstGeom prst="roundRect">
            <a:avLst>
              <a:gd name="adj" fmla="val 1860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3154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977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payee.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address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unpayable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those refusal sentences was written for the page. They are produced by running the same check the payer runs before it builds a transaction — so marketing copy that cannot drift, because nobody writes it.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wardaprotocol.com/agent-001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8932"/>
            <a:ext cx="91440" cy="91440"/>
          </a:xfrm>
          <a:prstGeom prst="rect">
            <a:avLst/>
          </a:prstGeom>
          <a:solidFill>
            <a:srgbClr val="14D7C1"/>
          </a:solidFill>
          <a:ln w="12700">
            <a:solidFill>
              <a:srgbClr val="14D7C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48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686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does not protect you from.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257800" cy="3749040"/>
          </a:xfrm>
          <a:prstGeom prst="roundRect">
            <a:avLst>
              <a:gd name="adj" fmla="val 976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874520"/>
            <a:ext cx="5257800" cy="3749040"/>
          </a:xfrm>
          <a:prstGeom prst="roundRect">
            <a:avLst>
              <a:gd name="adj" fmla="val 976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1031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WARDA GUARANTEES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031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D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WARDA DOES NOT GUARANTEE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07592" y="2496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an authorized key spends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07592" y="28986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above the per-payment cap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07592" y="33009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above the epoch allowance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07592" y="3703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above the lifetime budget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4123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07592" y="41056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to payees committed at genesis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78408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07592" y="45079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Delegation only within the parent's limits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07592" y="4910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Revocation by the principal, at any time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2496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the service you paid for arrives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10528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28986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the vendor is honest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1052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839712" y="33009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you can get a refund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10528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39712" y="3703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the price was fair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510528" y="4123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39712" y="41056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the agent chose well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8521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Warda is not escrow. It bounds what an agent may spend and says nothing about what it receives. kaspa-x402 built an escrow covenant; the two compose.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8932"/>
            <a:ext cx="91440" cy="91440"/>
          </a:xfrm>
          <a:prstGeom prst="rect">
            <a:avLst/>
          </a:prstGeom>
          <a:solidFill>
            <a:srgbClr val="14D7C1"/>
          </a:solidFill>
          <a:ln w="12700">
            <a:solidFill>
              <a:srgbClr val="14D7C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48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BY SHIPPING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686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no schema could have told us.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10789920" cy="1207008"/>
          </a:xfrm>
          <a:prstGeom prst="roundRect">
            <a:avLst>
              <a:gd name="adj" fmla="val 3030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951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~0.02 KAS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16712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Kaspa charges storage mass for small outputs. Payments below roughly 0.02 KAS cannot be broadcast at all — sub-cent micropayments are not a thing on this chain, whatever the budget says.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337560"/>
            <a:ext cx="10789920" cy="1207008"/>
          </a:xfrm>
          <a:prstGeom prst="roundRect">
            <a:avLst>
              <a:gd name="adj" fmla="val 3030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6667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299×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353872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kaspad sends u64 as raw JSON numbers. Testnet's circulating supply is about 299 times what a double holds exactly, so the value was rounded before our code saw it. The fix had to happen inside the parser.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709160"/>
            <a:ext cx="10789920" cy="1207008"/>
          </a:xfrm>
          <a:prstGeom prst="roundRect">
            <a:avLst>
              <a:gd name="adj" fmla="val 3030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50383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91032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to a third-party x402 vendor, all accepted on chain, all refused service. Finality, replay and payer address ruled out. Our reading: the exact scheme assumes the payer is a wallet, and a bounded payer is not a wallet.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172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third one is unresolved and written up in full, txids included. We would rather publish the open question than a clean demo.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8932"/>
            <a:ext cx="91440" cy="91440"/>
          </a:xfrm>
          <a:prstGeom prst="rect">
            <a:avLst/>
          </a:prstGeom>
          <a:solidFill>
            <a:srgbClr val="14D7C1"/>
          </a:solidFill>
          <a:ln w="12700">
            <a:solidFill>
              <a:srgbClr val="14D7C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48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STANDS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686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Shipped, and honest about what has not.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TODAY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4203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Grants, spends, delegation, revocation on testnet-10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0040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probe suite — 14 attacks, all refused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85876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SDK, x402 adapter and MCP server published to npm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517136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CLI: zero to a bounded agent in one command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5175504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verifier that re-derives addresses from the covenant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101A20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1031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THERE YET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54203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mainnet deployment or audit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20040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vendor an agent can successfully buy from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85876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Delegation demonstrated in code, not yet in public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517136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authorized payee on the live agent, not twelve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authority layer is ready. The market for agent services is not — x402 across all chains does roughly $28k a day and about half of that is self-dealing. We would rather be early and say so.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8932"/>
            <a:ext cx="91440" cy="91440"/>
          </a:xfrm>
          <a:prstGeom prst="rect">
            <a:avLst/>
          </a:prstGeom>
          <a:solidFill>
            <a:srgbClr val="14D7C1"/>
          </a:solidFill>
          <a:ln w="12700">
            <a:solidFill>
              <a:srgbClr val="14D7C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86968" y="548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IT YOURSELF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686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DD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is not the source of truth.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D7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Kaspa is. Everything we have claimed is re-derivable from the chain.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560320"/>
            <a:ext cx="10789920" cy="1691640"/>
          </a:xfrm>
          <a:prstGeom prst="roundRect">
            <a:avLst>
              <a:gd name="adj" fmla="val 2162"/>
            </a:avLst>
          </a:prstGeom>
          <a:solidFill>
            <a:srgbClr val="0A1014"/>
          </a:solidFill>
          <a:ln w="12700">
            <a:solidFill>
              <a:srgbClr val="1E2E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78892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DE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-g warda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DE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warda init --rpc wss://&lt;your-node&gt;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DE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warda grant create --budget 10 --max-spend 0.1 --payee &lt;address&gt;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DE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warda buy https://&lt;any-x402-endpoint&gt;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709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wardaprotocol.com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47091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protocol, the attack, agent #001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276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D7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github.com/ArtyKOMarkets/warda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52760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MIT. Every claim here has a file behind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1264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Testnet coin. Nothing here is a security, an offer, or advice.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2026-09-04T11:04:01Z</dcterms:created>
  <dcterms:modified xsi:type="dcterms:W3CDTF">2026-09-04T11:04:01Z</dcterms:modified>
</cp:coreProperties>
</file>